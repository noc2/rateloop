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 follows the site's UX guidance: literal description of what RateLoop does, for both buyers (agent teams) and reviewers. Positioning: web2 company product — email/passkey sign-in, no crypto UX; settlement rails stay invisible. Update the date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LangChain State of AI Agents survey (2026): 51% run agents in production, 78% plan production agents. EU AI Act: obligations for high-risk systems apply from August 2026 (Art. 14 requires effective human oversight). Framing rule: automated evals verify rules; appropriateness/taste/context still needs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loop: agent (or workspace owner) submits work + a bounded question + budget; a blind panel of qualified humans judges independently; the verdict with reasons returns to the agent; every decision leaves an auditable evidence trail. Bottom strip is the web2 positioning: Better Auth email OTP/passkeys, wallets optional and purpose-bound, USDC settlement invisible to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slide, honest version: no invented revenue numbers. The proof is a working product in early access. Shipped on the tokenless branch: Better Auth (email OTP + passkeys), blind panel review flows with drafts and recovery, paid-work eligibility (tax/sanctions/identity) before first paid work, Stripe billing, transparency/evidence exports, full E2E coverage, isolated staging on Base Sepolia with production settlement machinery (no simulation mode). Replace the caveat line with real design-partner numbers as soon as they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unique insight: panel mechanics that used to require crypto-native users now run under a normal web app. Blind commit-reveal + prediction scoring (Bayesian Truth Serum family) rewards honest independent judgment rather than clickwork. Stablecoin settlement costs cents, which funds a 10% fee while Prolific takes 42.8% (corporate), MTurk 20-40%, Fiverr ~32% — reviewers keep 90%, so the best reviewers accumulate here. And every decision produces an auditable oversight record, which is the compliance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model per 2025 SaaS benchmarks: subscription covers platform decisions; the 10% execution fee rides paid review volume (GMV take). Pricing researched July 2026: entry LLM-eval tools cluster at $25-50/mo; AI-compliance platforms start at $6k+/yr; human-work platforms take 20-43%. Tiers: Free (25 decisions), Early Access $29 for the first 12 months then $99 list, Enterprise custom. Fee comparison sources: Prolific 42.8% corporate, Fiverr ~32% total, Upwork ~18.5% blended, RateLoop 10%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layers, sourced July 2026: (1) human data-work/annotation forecasts cluster around $9-14B by 2030 (Grand View, Allied, Technavio); (2) AI governance/compliance tooling — mid-market compliance platforms transact at $20-25k/yr medians (Vendr data), with EU AI Act enforcement expanding the buyer pool; (3) bottom-up: majority of agent teams surveyed are in or entering production, each needing recurring review decisions. Avoid a fake single TAM number; the honest story is three converging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and extend before presenting: David Hawig — previously Technical Grants Lead at Web3 Foundation (Polkadot ecosystem), where he built and ran the grants program and evaluated hundreds of technical teams (public sources: W3F grants team page, conference talks, GitHub Noc2). Add co-founders, key hires, and advisors as they join. The tie: RateLoop productizes exactly the skill of judging technical work at scale, with payment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actual raise amount and terms before presenting — YC guidance is to be specific: amount, what it funds, and the milestones it reaches within ~12-18 months. The three workstreams map to the proof loop: seed reviewer supply, prove agent demand with named design partners, and harden the compliance/evidence story for production settlement.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Contact and one-line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ring-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051560"/>
            <a:ext cx="4114800" cy="4114800"/>
          </a:xfrm>
          <a:prstGeom prst="rect">
            <a:avLst/>
          </a:prstGeom>
        </p:spPr>
      </p:pic>
      <p:pic>
        <p:nvPicPr>
          <p:cNvPr id="4" name="Image 1" descr="ring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274320" cy="2743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96112" y="512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500" dirty="0"/>
          </a:p>
        </p:txBody>
      </p:sp>
      <p:sp>
        <p:nvSpPr>
          <p:cNvPr id="6" name="Text 1"/>
          <p:cNvSpPr/>
          <p:nvPr/>
        </p:nvSpPr>
        <p:spPr>
          <a:xfrm>
            <a:off x="548640" y="214884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assurance for AI</a:t>
            </a:r>
            <a:endParaRPr lang="en-US" sz="4400" dirty="0"/>
          </a:p>
        </p:txBody>
      </p:sp>
      <p:sp>
        <p:nvSpPr>
          <p:cNvPr id="7" name="Text 2"/>
          <p:cNvSpPr/>
          <p:nvPr/>
        </p:nvSpPr>
        <p:spPr>
          <a:xfrm>
            <a:off x="566928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humans review your AI agent's work before it ships.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ask through an API; reviewers get paid per review.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566928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round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ng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3112" y="329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868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ship agents faster than they can trust them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02920" y="16276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now act — they send, publish, merge, and pay. Two gaps open at exactly that moment: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2860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9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JUDGMENT GAP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2761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verify rules — not judgment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520" y="3163824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catch schema and policy violations. They cannot tell you whether a reply will offend the customer, a conclusion overstates its sources, or a screen confuses users.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0" y="22860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OVERSIGHT GAP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0" y="2761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 is becoming a legal duty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00800" y="3163824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EU AI Act requires effective human oversight for high-risk systems — with obligations phasing in from August 2026. “A human looked at it” needs to be provable, not anecdotal.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425196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" y="4379976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3C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704088" y="496519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agents in production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04088" y="5257800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State of AI Agents survey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206240" y="425196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07408" y="4379976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3C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4407408" y="496519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production agents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407408" y="5257800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survey — the wave is still building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909560" y="425196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110728" y="4379976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B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8110728" y="496519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high-risk duties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110728" y="5257800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 becomes enforceable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02920" y="598932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85800" y="603504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either slow every launch down with ad-hoc human review — or ship on vibes.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ng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3112" y="329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868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review, one API call away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02920" y="16276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 turns “should this ship?” into a funded question answered by a blind panel of qualified people.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9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15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" y="33101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submits the work, one bounded question, and a budget — via MCP, SDK, or REST.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118104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346704" y="2331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75304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C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75304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panel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75304" y="33101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reviewers judge independently. Answers stay sealed until the round closes.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61888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190488" y="2331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19088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B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419088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19088" y="33101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Result, reasons, and disagreement return to the agent: ship, revise, or stop.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805672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034272" y="2331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262872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9262872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9262872" y="33101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leaves an auditable trail — who judged, what changed, what it cost.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" y="525780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85800" y="530352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or passkey sign-in. No wallets, no tokens, no crypto UX — the settlement rails stay under the hood.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502920" y="598932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85800" y="603504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are blind. Pay is guaranteed and auditable. Anyone can verify every decision.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ng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3112" y="329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868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live in early access — not a concept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02920" y="16276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loop runs today: auth, panels, payouts, billing, and evidence — behind a normal web login.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2860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9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SURFACES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2761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agents plug in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520" y="3163824"/>
            <a:ext cx="493776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 for agent frameworks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SDK and REST API — quote, ask, wait, result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handoff for human funding approval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 and result callbacks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API keys for direct B2B callers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22860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3C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0" y="2761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already works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00800" y="3163824"/>
            <a:ext cx="493776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OTP + passkey sign-in (no wallet required)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panel reviews with drafts and recovery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Paid-work eligibility before the first paid task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subscriptions and prepaid review funding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and evidence exports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 coverage on the full journey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598932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603504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 is open — the next proof is design partners and public case studies.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ng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3112" y="329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868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 is the moat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02920" y="16276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competitors would have to rebuild from scratch: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2860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9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JUDGMENT QUALITY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27614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Blind, scored panels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520" y="3182112"/>
            <a:ext cx="31546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stay sealed until the round closes; reviewers also predict their peers. Scoring rewards honest, independent judgment — not fast clicking. Quality is engineered, not hoped for.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97680" y="22860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2628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3C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 ECONOMICS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26280" y="27614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keep 90%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3182112"/>
            <a:ext cx="31546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settlement costs cents, not card fees. That funds a 10% fee cap while human-work platforms take 20–43%. Better pay pulls the best reviewers to RateLoop.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92440" y="22860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 OUTPUT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21040" y="27614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vibes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321040" y="3182112"/>
            <a:ext cx="31546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leaves a verifiable trail: question, panel, reasons, settlement. That is an oversight record you can hand to an auditor — the artifact the EU AI Act asks for.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598932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5800" y="603504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crypto machinery that made this possible is now invisible — users just see a review that pays fairly.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ng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3112" y="329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868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on the workspace, 10% on the review flow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02920" y="16276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subscribe for decisions; paid reviews carry a capped execution fee.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28600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7512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59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67512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67512" y="32461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decisions/mo · invited reviewers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624328" y="228600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88920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3C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 ACCESS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78892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788920" y="32461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decisions · paid panels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12 months, then $99 list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45736" y="228600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10328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910328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4910328" y="32461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Volume, terms, onboarding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demo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02920" y="4434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 is the early-access price of the $99 list plan; founding customers keep 20% off.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17804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7B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take on paid human work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178040" y="2724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275320" y="2743200"/>
            <a:ext cx="555477" cy="237744"/>
          </a:xfrm>
          <a:prstGeom prst="roundRect">
            <a:avLst>
              <a:gd name="adj" fmla="val 19231"/>
            </a:avLst>
          </a:prstGeom>
          <a:solidFill>
            <a:srgbClr val="03CEA4"/>
          </a:solidFill>
          <a:ln/>
        </p:spPr>
      </p:sp>
      <p:sp>
        <p:nvSpPr>
          <p:cNvPr id="24" name="Text 20"/>
          <p:cNvSpPr/>
          <p:nvPr/>
        </p:nvSpPr>
        <p:spPr>
          <a:xfrm>
            <a:off x="8940525" y="2724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 ·  reviewers keep 90%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7178040" y="33101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Upwork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275320" y="3328416"/>
            <a:ext cx="1027632" cy="237744"/>
          </a:xfrm>
          <a:prstGeom prst="roundRect">
            <a:avLst>
              <a:gd name="adj" fmla="val 19231"/>
            </a:avLst>
          </a:prstGeom>
          <a:solidFill>
            <a:srgbClr val="5A5A62"/>
          </a:solidFill>
          <a:ln/>
        </p:spPr>
      </p:sp>
      <p:sp>
        <p:nvSpPr>
          <p:cNvPr id="27" name="Text 23"/>
          <p:cNvSpPr/>
          <p:nvPr/>
        </p:nvSpPr>
        <p:spPr>
          <a:xfrm>
            <a:off x="9412680" y="3310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 ·  blended 2025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178040" y="389534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Fiverr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275320" y="3913632"/>
            <a:ext cx="1777525" cy="237744"/>
          </a:xfrm>
          <a:prstGeom prst="roundRect">
            <a:avLst>
              <a:gd name="adj" fmla="val 19231"/>
            </a:avLst>
          </a:prstGeom>
          <a:solidFill>
            <a:srgbClr val="5A5A62"/>
          </a:solidFill>
          <a:ln/>
        </p:spPr>
      </p:sp>
      <p:sp>
        <p:nvSpPr>
          <p:cNvPr id="30" name="Text 26"/>
          <p:cNvSpPr/>
          <p:nvPr/>
        </p:nvSpPr>
        <p:spPr>
          <a:xfrm>
            <a:off x="10162573" y="38953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 ·  total take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7178040" y="44805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Prolific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8275320" y="4498848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5A5A62"/>
          </a:solidFill>
          <a:ln/>
        </p:spPr>
      </p:sp>
      <p:sp>
        <p:nvSpPr>
          <p:cNvPr id="33" name="Text 29"/>
          <p:cNvSpPr/>
          <p:nvPr/>
        </p:nvSpPr>
        <p:spPr>
          <a:xfrm>
            <a:off x="10762488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42.8%  ·  corporate fee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178040" y="5212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settlement costs cents — that is why the fee stays at 10%.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502920" y="598932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5800" y="603504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pricing: the subscription qualifies serious teams; the 10% fee scales with review volume.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ng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3112" y="329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868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production agent needs a judgment budget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02920" y="16276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budgets converge on the same purchase — human judgment that agents can call: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04088" y="2459736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9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$10B+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704088" y="3044952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data-work by 2030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04088" y="333756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&amp; labeling forecasts (Grand View, Allied, Technavio)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297680" y="233172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98848" y="2459736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3CE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$20k+/yr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498848" y="3044952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compliance buyers pay today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498848" y="333756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compliance-platform contracts (Vendr) — before AI-specific evidence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092440" y="233172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93608" y="2459736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B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51→78%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8293608" y="3044952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teams in / entering production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293608" y="333756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needs recurring review decisions, not one-off labels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02920" y="4160520"/>
            <a:ext cx="11201400" cy="1463040"/>
          </a:xfrm>
          <a:prstGeom prst="roundRect">
            <a:avLst>
              <a:gd name="adj" fmla="val 5000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1520" y="432511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BOTTOM-UP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31520" y="4636008"/>
            <a:ext cx="10744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workspace reviewing 250 decisions a month at early-access pricing is worth ~$350/year in subscription plus 10% of its paid-review flow. The wedge is agent teams; the expansion is the compliance evidence their regulators and enterprise customers demand.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02920" y="598932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5800" y="603504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made security evidence a purchase order. Article 14 is doing the same for human oversight.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ng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3112" y="329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868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02920" y="16276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someone whose job was judging technical work at scale — and paying for it.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6766560" cy="2651760"/>
          </a:xfrm>
          <a:prstGeom prst="roundRect">
            <a:avLst>
              <a:gd name="adj" fmla="val 2759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24963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9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28072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Hawig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31520" y="3255264"/>
            <a:ext cx="6309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 Technical Grants Lead at Web3 Foundation, building and running the Polkadot ecosystem grants program — sourcing, evaluating, and funding hundreds of technical teams.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 turns that evaluation discipline into a product: bounded questions, qualified judges, money on the line, and an auditable result.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543800" y="2331720"/>
            <a:ext cx="4160520" cy="2651760"/>
          </a:xfrm>
          <a:prstGeom prst="roundRect">
            <a:avLst>
              <a:gd name="adj" fmla="val 2759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0" y="24963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3C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ROLES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772400" y="28072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founding team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0" y="3227832"/>
            <a:ext cx="370332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engineer — product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engineer — settlement &amp; infra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Reviewer-community lead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598932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603504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github.com/Noc2 · hawigxyz@proton.me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ng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3112" y="329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868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seed to turn early access into proof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02920" y="16276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three workstreams to the milestones that make the next round obvious: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2860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59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27614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the reviewer network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520" y="3182112"/>
            <a:ext cx="31546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and qualify the first thousand paid reviewers. Publish pay rates, guarantees, and appeal paths — the fairness story is the recruiting story.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97680" y="22860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2628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3C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26280" y="27614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partners → case studies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3182112"/>
            <a:ext cx="31546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early-access workspaces into named pilots: agents that pay for review before consequential actions, with published before/after results.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92440" y="22860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16161A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21040" y="27614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oversight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321040" y="3182112"/>
            <a:ext cx="31546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settlement for production, ship the auditable oversight evidence pack, and price the enterprise assurance tier the research says buyers expect.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534924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5800" y="539496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targets: paying workspaces, published case studies, and an evidence pack auditors accept.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02920" y="5989320"/>
            <a:ext cx="11183112" cy="475488"/>
          </a:xfrm>
          <a:prstGeom prst="roundRect">
            <a:avLst>
              <a:gd name="adj" fmla="val 13462"/>
            </a:avLst>
          </a:prstGeom>
          <a:solidFill>
            <a:srgbClr val="111114"/>
          </a:solidFill>
          <a:ln w="9525">
            <a:solidFill>
              <a:srgbClr val="2C2C3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" y="603504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amount and terms: in discussion — contact hawigxyz@proton.me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ng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329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183112" y="3291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pic>
        <p:nvPicPr>
          <p:cNvPr id="6" name="Image 1" descr="ring-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960120"/>
            <a:ext cx="3200400" cy="3200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44348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layer for the agent economy</a:t>
            </a:r>
            <a:endParaRPr lang="en-US" sz="2800" dirty="0"/>
          </a:p>
        </p:txBody>
      </p:sp>
      <p:sp>
        <p:nvSpPr>
          <p:cNvPr id="8" name="Text 3"/>
          <p:cNvSpPr/>
          <p:nvPr/>
        </p:nvSpPr>
        <p:spPr>
          <a:xfrm>
            <a:off x="502920" y="512064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RateLoop — real humans, one API call away.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hawigxyz@proton.me · github.com/Noc2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2026-07-19T19:25:17Z</dcterms:created>
  <dcterms:modified xsi:type="dcterms:W3CDTF">2026-07-19T19:25:17Z</dcterms:modified>
</cp:coreProperties>
</file>